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ich brauche informationen zu neuronalen netzen mit bildern und belegen</a:t>
            </a:r>
          </a:p>
          <a:p/>
        </p:txBody>
      </p:sp>
      <p:sp>
        <p:nvSpPr>
          <p:cNvPr id="3" name="Subtitle 2"/>
          <p:cNvSpPr>
            <a:spLocks noGrp="1"/>
          </p:cNvSpPr>
          <p:nvPr>
            <p:ph type="subTitle" idx="1"/>
          </p:nvPr>
        </p:nvSpPr>
        <p:spPr/>
        <p:txBody>
          <a:bodyPr/>
          <a:lstStyle/>
          <a:p>
            <a:r>
              <a:t>Erstellt mit Gamma-Fallback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ich brauche informationen zu neuronalen netzen mit bildern und belegen</a:t>
            </a:r>
          </a:p>
          <a:p/>
        </p:txBody>
      </p:sp>
      <p:sp>
        <p:nvSpPr>
          <p:cNvPr id="3" name="Content Placeholder 2"/>
          <p:cNvSpPr>
            <a:spLocks noGrp="1"/>
          </p:cNvSpPr>
          <p:nvPr>
            <p:ph idx="1"/>
          </p:nvPr>
        </p:nvSpPr>
        <p:spPr/>
        <p:txBody>
          <a:bodyPr/>
          <a:lstStyle/>
          <a:p>
            <a:pPr>
              <a:defRPr sz="1400"/>
            </a:pPr>
            <a:r>
              <a:t>Neuronale Netze sind ein zentraler Bestandteil der künstlichen Intelligenz und ermöglichen es Computern, Muster zu erkennen und Entscheidungen zu treffen. Sie bestehen aus miteinander verbundenen "Neuronen", die in Schichten organisiert sind: Eingabeschicht, verborgene Schichten und Ausgabeschicht. Jede Verbindung zwischen Neuronen hat ein Gewicht, das während des Trainings angepasst wird, um die Genauigkeit des Netzes zu verbessern. ([acquisa.de](https://www.acquisa.de/magazin/neuronale-netze?utm_source=openai))</a:t>
            </a:r>
          </a:p>
          <a:p>
            <a:pPr lvl="1">
              <a:defRPr sz="1200"/>
            </a:pPr>
            <a:r>
              <a:t>Ein bekanntes Beispiel für ein neuronales Netz ist AlexNet, ein Convolutional Neural Network (CNN), das 2012 entwickelt wurde und herausragende Leistungen in der Bildklassifizierung erzielte. Es besteht aus acht Schichten und 60 Millionen Parametern und hat den Weg für viele moderne Anwendungen in der Bilderkennung geebnet. ([de.wikipedia.org](https://de.wikipedia.org/wiki/AlexNet?utm_source=openai))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Kernaussagen</a:t>
            </a:r>
          </a:p>
        </p:txBody>
      </p:sp>
      <p:sp>
        <p:nvSpPr>
          <p:cNvPr id="3" name="Content Placeholder 2"/>
          <p:cNvSpPr>
            <a:spLocks noGrp="1"/>
          </p:cNvSpPr>
          <p:nvPr>
            <p:ph idx="1"/>
          </p:nvPr>
        </p:nvSpPr>
        <p:spPr/>
        <p:txBody>
          <a:bodyPr/>
          <a:lstStyle/>
          <a:p>
            <a:pPr>
              <a:defRPr sz="1400"/>
            </a:pPr>
            <a:r>
              <a:t>Neuronale Netze sind ein zentraler Bestandteil der künstlichen Intelligenz und ermöglichen es Computern, Muster zu erkennen und Entscheidungen zu treffen</a:t>
            </a:r>
          </a:p>
          <a:p>
            <a:pPr lvl="1">
              <a:defRPr sz="1200"/>
            </a:pPr>
            <a:r>
              <a:t>Sie bestehen aus miteinander verbundenen "Neuronen", die in Schichten organisiert sind: Eingabeschicht, verborgene Schichten und Ausgabeschicht</a:t>
            </a:r>
          </a:p>
          <a:p>
            <a:pPr lvl="1">
              <a:defRPr sz="1200"/>
            </a:pPr>
            <a:r>
              <a:t>Jede Verbindung zwischen Neuronen hat ein Gewicht, das während des Trainings angepasst wird, um die Genauigkeit des Netzes zu verbessern</a:t>
            </a:r>
          </a:p>
          <a:p>
            <a:pPr lvl="1">
              <a:defRPr sz="1200"/>
            </a:pPr>
            <a:r>
              <a:t>([acquisa.de](https://www.acquisa.de/magazin/neuronale-netze?utm_source=openai))  Ein bekanntes Beispiel für ein neuronales Netz ist AlexNet, ein Convolutional Neural Network (CNN), das 2012 entwickelt wurde und herausragende Leistungen in der Bildklassifizierung erzielte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Neuronale Netze – einfach erklärt - acquisa</a:t>
            </a:r>
          </a:p>
        </p:txBody>
      </p:sp>
      <p:sp>
        <p:nvSpPr>
          <p:cNvPr id="3" name="Content Placeholder 2"/>
          <p:cNvSpPr>
            <a:spLocks noGrp="1"/>
          </p:cNvSpPr>
          <p:nvPr>
            <p:ph idx="1"/>
          </p:nvPr>
        </p:nvSpPr>
        <p:spPr/>
        <p:txBody>
          <a:bodyPr/>
          <a:lstStyle/>
          <a:p>
            <a:pPr>
              <a:defRPr sz="1400"/>
            </a:pPr>
            <a:r>
              <a:t>https://www.acquisa.de/magazin/neuronale-netze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AlexNet - Wikipedia</a:t>
            </a:r>
          </a:p>
        </p:txBody>
      </p:sp>
      <p:sp>
        <p:nvSpPr>
          <p:cNvPr id="3" name="Content Placeholder 2"/>
          <p:cNvSpPr>
            <a:spLocks noGrp="1"/>
          </p:cNvSpPr>
          <p:nvPr>
            <p:ph idx="1"/>
          </p:nvPr>
        </p:nvSpPr>
        <p:spPr/>
        <p:txBody>
          <a:bodyPr/>
          <a:lstStyle/>
          <a:p>
            <a:pPr>
              <a:defRPr sz="1400"/>
            </a:pPr>
            <a:r>
              <a:t>https://de.wikipedia.org/wiki/AlexNet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Anwendungen künstlicher Intelligenz - Wikipedia</a:t>
            </a:r>
          </a:p>
        </p:txBody>
      </p:sp>
      <p:sp>
        <p:nvSpPr>
          <p:cNvPr id="3" name="Content Placeholder 2"/>
          <p:cNvSpPr>
            <a:spLocks noGrp="1"/>
          </p:cNvSpPr>
          <p:nvPr>
            <p:ph idx="1"/>
          </p:nvPr>
        </p:nvSpPr>
        <p:spPr/>
        <p:txBody>
          <a:bodyPr/>
          <a:lstStyle/>
          <a:p>
            <a:pPr>
              <a:defRPr sz="1400"/>
            </a:pPr>
            <a:r>
              <a:t>https://de.wikipedia.org/wiki/Anwendungen_k%C3%BCnstlicher_Intelligenz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Neuronale Netze • Was ist ein neuronales Netz? - Video · Studyflix</a:t>
            </a:r>
          </a:p>
        </p:txBody>
      </p:sp>
      <p:sp>
        <p:nvSpPr>
          <p:cNvPr id="3" name="Content Placeholder 2"/>
          <p:cNvSpPr>
            <a:spLocks noGrp="1"/>
          </p:cNvSpPr>
          <p:nvPr>
            <p:ph idx="1"/>
          </p:nvPr>
        </p:nvSpPr>
        <p:spPr/>
        <p:txBody>
          <a:bodyPr/>
          <a:lstStyle/>
          <a:p>
            <a:pPr>
              <a:defRPr sz="1400"/>
            </a:pPr>
            <a:r>
              <a:t>https://studyflix.de/informatik/neuronale-netze-4297/video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