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Montserrat Semi Bold"/>
      <p:regular r:id="rId12"/>
    </p:embeddedFont>
    <p:embeddedFont>
      <p:font typeface="Montserrat Semi Bold"/>
      <p:regular r:id="rId13"/>
    </p:embeddedFont>
    <p:embeddedFont>
      <p:font typeface="Montserrat Semi Bold"/>
      <p:regular r:id="rId14"/>
    </p:embeddedFont>
    <p:embeddedFont>
      <p:font typeface="Montserrat Semi Bold"/>
      <p:regular r:id="rId15"/>
    </p:embeddedFont>
    <p:embeddedFont>
      <p:font typeface="PT Sans"/>
      <p:regular r:id="rId16"/>
    </p:embeddedFont>
    <p:embeddedFont>
      <p:font typeface="PT Sans"/>
      <p:regular r:id="rId17"/>
    </p:embeddedFont>
    <p:embeddedFont>
      <p:font typeface="PT Sans"/>
      <p:regular r:id="rId18"/>
    </p:embeddedFont>
    <p:embeddedFont>
      <p:font typeface="PT Sans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Künstliche Intelligenz: Erkenntnisse und Entwicklungen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Eine umfassende Betrachtung der wichtigsten Ergebnisse und Entwicklungen im Bereich der Künstlichen Intelligenz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647"/>
            <a:ext cx="580679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Was ist Künstliche Intelligenz?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987153"/>
            <a:ext cx="768179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Künstliche Intelligenz (KI) ist ein weitreichendes Feld, das sich mit der Entwicklung von Systemen beschäftigt, die Aufgaben ausführen können, die normalerweise menschliche Intelligenz erfordern.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2606040"/>
            <a:ext cx="189166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Kernbereiche der KI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2983825"/>
            <a:ext cx="768179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Lernen aus Erfahrungen und Daten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790" y="3271123"/>
            <a:ext cx="768179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Komplexes Problemlösen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3790" y="3558421"/>
            <a:ext cx="768179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Verstehen von natürlicher Sprache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3790" y="3845719"/>
            <a:ext cx="768179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Mustererkennung und Analyse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3790" y="4133017"/>
            <a:ext cx="768179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Entscheidungsfindung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772" y="2020372"/>
            <a:ext cx="3250763" cy="325076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3790" y="5602843"/>
            <a:ext cx="4249341" cy="1454110"/>
          </a:xfrm>
          <a:prstGeom prst="roundRect">
            <a:avLst>
              <a:gd name="adj" fmla="val 629"/>
            </a:avLst>
          </a:prstGeom>
          <a:solidFill>
            <a:srgbClr val="F9F7F7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8809" y="5757862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C977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372" y="5879425"/>
            <a:ext cx="198953" cy="19895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8809" y="6347460"/>
            <a:ext cx="194321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Maschinelles Lernen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948809" y="6666190"/>
            <a:ext cx="393930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Systeme lernen aus Daten und passen sich kontinuierlich an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190530" y="5602843"/>
            <a:ext cx="4249341" cy="1454110"/>
          </a:xfrm>
          <a:prstGeom prst="roundRect">
            <a:avLst>
              <a:gd name="adj" fmla="val 629"/>
            </a:avLst>
          </a:prstGeom>
          <a:solidFill>
            <a:srgbClr val="F9F7F7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45549" y="5757862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C977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112" y="5879425"/>
            <a:ext cx="198953" cy="19895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5549" y="6347460"/>
            <a:ext cx="188190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Sprachverarbeitung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345549" y="6666190"/>
            <a:ext cx="393930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Verstehen und Generieren natürlicher Sprache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587270" y="5602843"/>
            <a:ext cx="4249341" cy="1454110"/>
          </a:xfrm>
          <a:prstGeom prst="roundRect">
            <a:avLst>
              <a:gd name="adj" fmla="val 629"/>
            </a:avLst>
          </a:prstGeom>
          <a:solidFill>
            <a:srgbClr val="F9F7F7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742289" y="5757862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C977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3852" y="5879425"/>
            <a:ext cx="198953" cy="19895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42289" y="634746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Problemlösung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742289" y="6666190"/>
            <a:ext cx="393930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Komplexe Aufgaben intelligent bewältigen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1518"/>
            <a:ext cx="6703814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Nachhaltigkeit und KI-Entwicklung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93790" y="1393388"/>
            <a:ext cx="75564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Ein wichtiger Aspekt der KI-Entwicklung ist die Berücksichtigung der Nachhaltigkeit. Es gibt zunehmende Bestrebungen, KI umweltfreundlicher zu gestalten, um einen nachhaltigen Planeten zu unterstützen.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93790" y="2030730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93790" y="2265878"/>
            <a:ext cx="7556421" cy="1524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237005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Energieeffizienz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3790" y="2688788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Entwicklung von KI-Modellen mit geringerem Energieverbrauch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3790" y="3182422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3790" y="3417570"/>
            <a:ext cx="7556421" cy="1524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8"/>
          <p:cNvSpPr/>
          <p:nvPr/>
        </p:nvSpPr>
        <p:spPr>
          <a:xfrm>
            <a:off x="793790" y="3521750"/>
            <a:ext cx="205692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Ressourcenschonung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93790" y="3840480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Optimierung der Hardware-Nutzung und Rechenkapazitäten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3790" y="4334113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3790" y="4569262"/>
            <a:ext cx="7556421" cy="1524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2"/>
          <p:cNvSpPr/>
          <p:nvPr/>
        </p:nvSpPr>
        <p:spPr>
          <a:xfrm>
            <a:off x="793790" y="4673441"/>
            <a:ext cx="309717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Umweltfreundliche Algorithmen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93790" y="4992172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 von Algorithmen mit minimaler ökologischer Belastung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3790" y="5485805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93790" y="5720953"/>
            <a:ext cx="7556421" cy="1524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9" name="Text 16"/>
          <p:cNvSpPr/>
          <p:nvPr/>
        </p:nvSpPr>
        <p:spPr>
          <a:xfrm>
            <a:off x="793790" y="5825133"/>
            <a:ext cx="289381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Nachhaltige Implementierung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93790" y="6143863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Langfristige Strategien für umweltbewusste KI-Systeme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3790" y="6655951"/>
            <a:ext cx="7556421" cy="862013"/>
          </a:xfrm>
          <a:prstGeom prst="roundRect">
            <a:avLst>
              <a:gd name="adj" fmla="val 1061"/>
            </a:avLst>
          </a:prstGeom>
          <a:solidFill>
            <a:srgbClr val="BEF3E2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89" y="6878717"/>
            <a:ext cx="184190" cy="14739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72778" y="6840141"/>
            <a:ext cx="693003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Quelle: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Greening the Artificial Intelligence for a Sustainable Planet: An Editorial Commentary (DOI: 10.3390/su132413508)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9875"/>
            <a:ext cx="7216378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KI in der Praxis: Anwendungsbereiche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2762845"/>
            <a:ext cx="294667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Bürger-Regierungs-Interaktion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93790" y="3081576"/>
            <a:ext cx="4224814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Generative KI und große Sprachmodelle verbessern die Interaktion zwischen Bürgern und Regierungen erheblich. Diese Technologien helfen, politische Informationen besser zu verstehen und den Zugang zu öffentlichen Dienstleistungen zu erleichtern.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02793" y="2762845"/>
            <a:ext cx="194321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Maschinelles Lernen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02793" y="3081576"/>
            <a:ext cx="4224814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ML-Systeme sind ein zentraler Bestandteil der KI. Sie ermöglichen es Maschinen, aus Daten zu lernen und sich anzupassen. Die gleichzeitige Entwicklung und Nutzung solcher Systeme durch Menschen wird intensiv erforscht.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11797" y="2762845"/>
            <a:ext cx="224039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Interaktive ML-Systeme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11797" y="3081576"/>
            <a:ext cx="4224814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ML-Systeme interagieren mit verschiedenen Anforderungen wie Informationsbereitstellung, Unterstützung, Aufgabenmanagement und Arbeitsbelastung. Diese Interaktionen sind entscheidend für effektive KI-Implementierungen.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3790" y="433780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Vorteile für Bürger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93790" y="4715589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Besseres Verständnis politischer Informationen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3790" y="5002887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Vereinfachter Zugang zu Dienstleistungen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3790" y="5290185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Effizientere Kommunikation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02604" y="4337804"/>
            <a:ext cx="267021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Technologische Grundlagen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02604" y="4715589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Große Sprachmodelle (LLMs)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02604" y="5002887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Generative KI-Systeme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02604" y="5290185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Adaptive Lernalgorithmen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3790" y="5743337"/>
            <a:ext cx="13042821" cy="626269"/>
          </a:xfrm>
          <a:prstGeom prst="roundRect">
            <a:avLst>
              <a:gd name="adj" fmla="val 1460"/>
            </a:avLst>
          </a:prstGeom>
          <a:solidFill>
            <a:srgbClr val="BEF3E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189" y="5966103"/>
            <a:ext cx="184190" cy="14739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2778" y="5927527"/>
            <a:ext cx="1241643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Quelle: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Improving citizen-government interactions with generative artificial intelligence (DOI: 10.1371/journal.pone.0311410, Seite 17)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5547"/>
            <a:ext cx="7468910" cy="41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Zusammenfassung und Quellenverzeichnis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19852" y="1250513"/>
            <a:ext cx="6528554" cy="800576"/>
          </a:xfrm>
          <a:prstGeom prst="roundRect">
            <a:avLst>
              <a:gd name="adj" fmla="val 913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612" y="1250513"/>
            <a:ext cx="60960" cy="800576"/>
          </a:xfrm>
          <a:prstGeom prst="roundRect">
            <a:avLst>
              <a:gd name="adj" fmla="val 15000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99342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Nachhaltigkeit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88425"/>
            <a:ext cx="6185178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KI-Entwicklung mit Fokus auf Umweltfreundlichkeit und nachhaltige Implementierung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81994" y="1250513"/>
            <a:ext cx="6528554" cy="800576"/>
          </a:xfrm>
          <a:prstGeom prst="roundRect">
            <a:avLst>
              <a:gd name="adj" fmla="val 913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6754" y="1250513"/>
            <a:ext cx="60960" cy="800576"/>
          </a:xfrm>
          <a:prstGeom prst="roundRect">
            <a:avLst>
              <a:gd name="adj" fmla="val 15000"/>
            </a:avLst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576542" y="1399342"/>
            <a:ext cx="22032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Gesellschaftlicher Nutzen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76542" y="1688425"/>
            <a:ext cx="6185178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Verbesserung der Bürger-Regierungs-Interaktion durch generative KI und Sprachmodelle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9852" y="2184678"/>
            <a:ext cx="6528554" cy="800576"/>
          </a:xfrm>
          <a:prstGeom prst="roundRect">
            <a:avLst>
              <a:gd name="adj" fmla="val 913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612" y="2184678"/>
            <a:ext cx="60960" cy="800576"/>
          </a:xfrm>
          <a:prstGeom prst="roundRect">
            <a:avLst>
              <a:gd name="adj" fmla="val 15000"/>
            </a:avLst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33506"/>
            <a:ext cx="231826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Technologische Innovation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622590"/>
            <a:ext cx="6185178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Maschinelles Lernen als Kernkomponente mit adaptiven und interaktiven Systemen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81994" y="2184678"/>
            <a:ext cx="6528554" cy="800576"/>
          </a:xfrm>
          <a:prstGeom prst="roundRect">
            <a:avLst>
              <a:gd name="adj" fmla="val 913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6754" y="2184678"/>
            <a:ext cx="60960" cy="800576"/>
          </a:xfrm>
          <a:prstGeom prst="roundRect">
            <a:avLst>
              <a:gd name="adj" fmla="val 15000"/>
            </a:avLst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576542" y="2333506"/>
            <a:ext cx="20216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Praktische Anwendung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76542" y="2622590"/>
            <a:ext cx="6185178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Integration von ML-Systemen in verschiedene Bereiche mit Fokus auf Effizienz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9852" y="3202392"/>
            <a:ext cx="13190696" cy="24289"/>
          </a:xfrm>
          <a:prstGeom prst="rect">
            <a:avLst/>
          </a:prstGeom>
          <a:solidFill>
            <a:srgbClr val="464646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9852" y="3427095"/>
            <a:ext cx="274605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Wissenschaftliche Quellen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20353" y="4028599"/>
            <a:ext cx="12990195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Greening the Artificial Intelligence for a Sustainable Planet: An Editorial Commentary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DOI: 10.3390/su132413508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URL: https://doi.org/10.3390/su132413508 — Seite 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9852" y="3878223"/>
            <a:ext cx="15240" cy="942261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3" name="Text 21"/>
          <p:cNvSpPr/>
          <p:nvPr/>
        </p:nvSpPr>
        <p:spPr>
          <a:xfrm>
            <a:off x="920353" y="5121235"/>
            <a:ext cx="12990195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Improving citizen-government interactions with generative artificial intelligence: Novel human-computer interaction strategies for policy understanding through large language models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DOI: 10.1371/journal.pone.0311410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URL: https://doi.org/10.1371/journal.pone.0311410 — Seite 17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9852" y="4970859"/>
            <a:ext cx="15240" cy="942261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5" name="Text 23"/>
          <p:cNvSpPr/>
          <p:nvPr/>
        </p:nvSpPr>
        <p:spPr>
          <a:xfrm>
            <a:off x="920353" y="6213872"/>
            <a:ext cx="12990195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Interactive Machine Learning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Dokument-ID: F55696670-a8a5-4e8d-bada-bb15a0e3d8e1 — Seite 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9852" y="6063496"/>
            <a:ext cx="15240" cy="728424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7" name="Text 25"/>
          <p:cNvSpPr/>
          <p:nvPr/>
        </p:nvSpPr>
        <p:spPr>
          <a:xfrm>
            <a:off x="920353" y="7092672"/>
            <a:ext cx="12990195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Relationship Between Humans and Learning Machines in IML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Dokument-ID: F7327250b-3976-4bc8-abde-259f8ce78e43 — Seite 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9852" y="6942296"/>
            <a:ext cx="15240" cy="728424"/>
          </a:xfrm>
          <a:prstGeom prst="rect">
            <a:avLst/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2025-10-29T13:11:50Z</dcterms:created>
  <dcterms:modified xsi:type="dcterms:W3CDTF">2025-10-29T13:11:50Z</dcterms:modified>
</cp:coreProperties>
</file>