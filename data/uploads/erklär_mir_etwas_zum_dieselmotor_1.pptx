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t>erklär mir etwas zum dieselmotor</a:t>
            </a:r>
          </a:p>
        </p:txBody>
      </p:sp>
      <p:sp>
        <p:nvSpPr>
          <p:cNvPr id="3" name="Subtitle 2"/>
          <p:cNvSpPr>
            <a:spLocks noGrp="1"/>
          </p:cNvSpPr>
          <p:nvPr>
            <p:ph type="subTitle" idx="1"/>
          </p:nvPr>
        </p:nvSpPr>
        <p:spPr/>
        <p:txBody>
          <a:bodyPr/>
          <a:lstStyle/>
          <a:p>
            <a:r>
              <a:t>Erstellt mit Gamma-Fallback</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erklär mir etwas zum dieselmotor</a:t>
            </a:r>
          </a:p>
        </p:txBody>
      </p:sp>
      <p:sp>
        <p:nvSpPr>
          <p:cNvPr id="3" name="Content Placeholder 2"/>
          <p:cNvSpPr>
            <a:spLocks noGrp="1"/>
          </p:cNvSpPr>
          <p:nvPr>
            <p:ph idx="1"/>
          </p:nvPr>
        </p:nvSpPr>
        <p:spPr/>
        <p:txBody>
          <a:bodyPr/>
          <a:lstStyle/>
          <a:p>
            <a:pPr>
              <a:defRPr sz="1400"/>
            </a:pPr>
            <a:r>
              <a:t>Der Dieselmotor ist ein Verbrennungsmotor, der nach dem Prinzip der Selbstzündung arbeitet. Im Gegensatz zum Ottomotor, der Zündkerzen zur Entzündung des Kraftstoff-Luft-Gemisches verwendet, wird beim Dieselmotor die Luft im Zylinder stark komprimiert, wodurch sie auf etwa 700 bis 900 °C erhitzt wird. In diese heiße, verdichtete Luft wird der Dieselkraftstoff eingespritzt, der sich aufgrund der hohen Temperatur selbst entzündet. Dieses Verfahren ermöglicht eine effiziente Umwandlung von chemischer Energie in mechanische Arbeit. ([simplyscience.ch](https://www.simplyscience.ch/teens/wissen/der-verbrennungsmotor?utm_source=openai))</a:t>
            </a:r>
          </a:p>
          <a:p>
            <a:pPr lvl="1">
              <a:defRPr sz="1200"/>
            </a:pPr>
            <a:r>
              <a:t>Ein typischer Dieselmotor arbeitet nach dem Viertaktprinzip, das aus den folgenden Phasen besteht: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Kernaussagen</a:t>
            </a:r>
          </a:p>
        </p:txBody>
      </p:sp>
      <p:sp>
        <p:nvSpPr>
          <p:cNvPr id="3" name="Content Placeholder 2"/>
          <p:cNvSpPr>
            <a:spLocks noGrp="1"/>
          </p:cNvSpPr>
          <p:nvPr>
            <p:ph idx="1"/>
          </p:nvPr>
        </p:nvSpPr>
        <p:spPr/>
        <p:txBody>
          <a:bodyPr/>
          <a:lstStyle/>
          <a:p>
            <a:pPr>
              <a:defRPr sz="1400"/>
            </a:pPr>
            <a:r>
              <a:t>Der Dieselmotor ist ein Verbrennungsmotor, der nach dem Prinzip der Selbstzündung arbeitet</a:t>
            </a:r>
          </a:p>
          <a:p>
            <a:pPr lvl="1">
              <a:defRPr sz="1200"/>
            </a:pPr>
            <a:r>
              <a:t>Im Gegensatz zum Ottomotor, der Zündkerzen zur Entzündung des Kraftstoff-Luft-Gemisches verwendet, wird beim Dieselmotor die Luft im Zylinder stark komprimiert, wodurch sie auf etwa 700 bis 900 °C erhitzt wird</a:t>
            </a:r>
          </a:p>
          <a:p>
            <a:pPr lvl="1">
              <a:defRPr sz="1200"/>
            </a:pPr>
            <a:r>
              <a:t>In diese heiße, verdichtete Luft wird der Dieselkraftstoff eingespritzt, der sich aufgrund der hohen Temperatur selbst entzündet</a:t>
            </a:r>
          </a:p>
          <a:p>
            <a:pPr lvl="1">
              <a:defRPr sz="1200"/>
            </a:pPr>
            <a:r>
              <a:t>Dieses Verfahren ermöglicht eine effiziente Umwandlung von chemischer Energie in mechanische Arbeit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